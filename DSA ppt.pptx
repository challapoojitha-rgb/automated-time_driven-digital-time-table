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6" r:id="rId12"/>
    <p:sldId id="340" r:id="rId13"/>
    <p:sldId id="347" r:id="rId14"/>
    <p:sldId id="348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FA0EA-DB97-40A1-8E33-AC3EF8670BE0}" v="14" dt="2026-03-12T03:27:17.3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>
        <p:scale>
          <a:sx n="57" d="100"/>
          <a:sy n="57" d="100"/>
        </p:scale>
        <p:origin x="5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lla poojitha" userId="03ba5d11d7299afc" providerId="LiveId" clId="{1303FF76-B63C-4BE2-ABFF-F21488A05519}"/>
    <pc:docChg chg="custSel delSld modSld sldOrd">
      <pc:chgData name="challa poojitha" userId="03ba5d11d7299afc" providerId="LiveId" clId="{1303FF76-B63C-4BE2-ABFF-F21488A05519}" dt="2026-03-12T03:28:09.554" v="153"/>
      <pc:docMkLst>
        <pc:docMk/>
      </pc:docMkLst>
      <pc:sldChg chg="modSp mod">
        <pc:chgData name="challa poojitha" userId="03ba5d11d7299afc" providerId="LiveId" clId="{1303FF76-B63C-4BE2-ABFF-F21488A05519}" dt="2026-03-12T03:03:27.424" v="15" actId="113"/>
        <pc:sldMkLst>
          <pc:docMk/>
          <pc:sldMk cId="2715783799" sldId="323"/>
        </pc:sldMkLst>
        <pc:spChg chg="mod">
          <ac:chgData name="challa poojitha" userId="03ba5d11d7299afc" providerId="LiveId" clId="{1303FF76-B63C-4BE2-ABFF-F21488A05519}" dt="2026-03-12T03:03:27.424" v="15" actId="113"/>
          <ac:spMkLst>
            <pc:docMk/>
            <pc:sldMk cId="2715783799" sldId="323"/>
            <ac:spMk id="3" creationId="{D66DB263-71B1-E889-48B3-7CFDAB50BBA9}"/>
          </ac:spMkLst>
        </pc:spChg>
      </pc:sldChg>
      <pc:sldChg chg="addSp delSp modSp mod">
        <pc:chgData name="challa poojitha" userId="03ba5d11d7299afc" providerId="LiveId" clId="{1303FF76-B63C-4BE2-ABFF-F21488A05519}" dt="2026-03-12T03:27:45.381" v="149" actId="1076"/>
        <pc:sldMkLst>
          <pc:docMk/>
          <pc:sldMk cId="3431953712" sldId="340"/>
        </pc:sldMkLst>
        <pc:spChg chg="mod">
          <ac:chgData name="challa poojitha" userId="03ba5d11d7299afc" providerId="LiveId" clId="{1303FF76-B63C-4BE2-ABFF-F21488A05519}" dt="2026-03-12T03:09:07.664" v="30" actId="20577"/>
          <ac:spMkLst>
            <pc:docMk/>
            <pc:sldMk cId="3431953712" sldId="340"/>
            <ac:spMk id="2" creationId="{37323D68-D41B-9825-3931-B79590C795F8}"/>
          </ac:spMkLst>
        </pc:spChg>
        <pc:spChg chg="add del mod">
          <ac:chgData name="challa poojitha" userId="03ba5d11d7299afc" providerId="LiveId" clId="{1303FF76-B63C-4BE2-ABFF-F21488A05519}" dt="2026-03-12T03:12:02.568" v="68" actId="931"/>
          <ac:spMkLst>
            <pc:docMk/>
            <pc:sldMk cId="3431953712" sldId="340"/>
            <ac:spMk id="7" creationId="{D284034B-2063-5103-D268-2BE343F312A8}"/>
          </ac:spMkLst>
        </pc:spChg>
        <pc:spChg chg="del mod">
          <ac:chgData name="challa poojitha" userId="03ba5d11d7299afc" providerId="LiveId" clId="{1303FF76-B63C-4BE2-ABFF-F21488A05519}" dt="2026-03-12T03:10:38.348" v="40"/>
          <ac:spMkLst>
            <pc:docMk/>
            <pc:sldMk cId="3431953712" sldId="340"/>
            <ac:spMk id="9" creationId="{54C40740-3978-88D6-6567-40DD49AEE38A}"/>
          </ac:spMkLst>
        </pc:spChg>
        <pc:spChg chg="del mod">
          <ac:chgData name="challa poojitha" userId="03ba5d11d7299afc" providerId="LiveId" clId="{1303FF76-B63C-4BE2-ABFF-F21488A05519}" dt="2026-03-12T03:11:25.741" v="53"/>
          <ac:spMkLst>
            <pc:docMk/>
            <pc:sldMk cId="3431953712" sldId="340"/>
            <ac:spMk id="12" creationId="{14F1C449-0427-5939-EA69-88C346D74130}"/>
          </ac:spMkLst>
        </pc:spChg>
        <pc:spChg chg="del mod">
          <ac:chgData name="challa poojitha" userId="03ba5d11d7299afc" providerId="LiveId" clId="{1303FF76-B63C-4BE2-ABFF-F21488A05519}" dt="2026-03-12T03:11:25.741" v="57"/>
          <ac:spMkLst>
            <pc:docMk/>
            <pc:sldMk cId="3431953712" sldId="340"/>
            <ac:spMk id="15" creationId="{127431EC-7193-DDCA-27D3-58925D4F8D1A}"/>
          </ac:spMkLst>
        </pc:spChg>
        <pc:spChg chg="del mod">
          <ac:chgData name="challa poojitha" userId="03ba5d11d7299afc" providerId="LiveId" clId="{1303FF76-B63C-4BE2-ABFF-F21488A05519}" dt="2026-03-12T03:11:25.741" v="55"/>
          <ac:spMkLst>
            <pc:docMk/>
            <pc:sldMk cId="3431953712" sldId="340"/>
            <ac:spMk id="16" creationId="{ACE433FB-5D73-9028-7E20-40997DE1E609}"/>
          </ac:spMkLst>
        </pc:spChg>
        <pc:spChg chg="mod">
          <ac:chgData name="challa poojitha" userId="03ba5d11d7299afc" providerId="LiveId" clId="{1303FF76-B63C-4BE2-ABFF-F21488A05519}" dt="2026-03-12T03:11:09.682" v="48" actId="20577"/>
          <ac:spMkLst>
            <pc:docMk/>
            <pc:sldMk cId="3431953712" sldId="340"/>
            <ac:spMk id="21" creationId="{3E612B3A-2746-9037-B7F8-2EFEA08C5D68}"/>
          </ac:spMkLst>
        </pc:spChg>
        <pc:spChg chg="del mod">
          <ac:chgData name="challa poojitha" userId="03ba5d11d7299afc" providerId="LiveId" clId="{1303FF76-B63C-4BE2-ABFF-F21488A05519}" dt="2026-03-12T03:11:25.741" v="61"/>
          <ac:spMkLst>
            <pc:docMk/>
            <pc:sldMk cId="3431953712" sldId="340"/>
            <ac:spMk id="24" creationId="{3C62DCB2-8964-71F9-4EA5-DB35DCA58A52}"/>
          </ac:spMkLst>
        </pc:spChg>
        <pc:spChg chg="del mod">
          <ac:chgData name="challa poojitha" userId="03ba5d11d7299afc" providerId="LiveId" clId="{1303FF76-B63C-4BE2-ABFF-F21488A05519}" dt="2026-03-12T03:11:25.741" v="59"/>
          <ac:spMkLst>
            <pc:docMk/>
            <pc:sldMk cId="3431953712" sldId="340"/>
            <ac:spMk id="27" creationId="{43981E17-5F92-89D9-9E63-38469F7629F9}"/>
          </ac:spMkLst>
        </pc:spChg>
        <pc:spChg chg="add del mod">
          <ac:chgData name="challa poojitha" userId="03ba5d11d7299afc" providerId="LiveId" clId="{1303FF76-B63C-4BE2-ABFF-F21488A05519}" dt="2026-03-12T03:18:36.530" v="107"/>
          <ac:spMkLst>
            <pc:docMk/>
            <pc:sldMk cId="3431953712" sldId="340"/>
            <ac:spMk id="33" creationId="{0EFC7493-1F34-4D69-E485-301E4E1F5CC8}"/>
          </ac:spMkLst>
        </pc:spChg>
        <pc:spChg chg="add del mod">
          <ac:chgData name="challa poojitha" userId="03ba5d11d7299afc" providerId="LiveId" clId="{1303FF76-B63C-4BE2-ABFF-F21488A05519}" dt="2026-03-12T03:18:36.530" v="109"/>
          <ac:spMkLst>
            <pc:docMk/>
            <pc:sldMk cId="3431953712" sldId="340"/>
            <ac:spMk id="35" creationId="{2EBBD225-463C-1DBB-8E31-34C4193B82BE}"/>
          </ac:spMkLst>
        </pc:spChg>
        <pc:spChg chg="add mod">
          <ac:chgData name="challa poojitha" userId="03ba5d11d7299afc" providerId="LiveId" clId="{1303FF76-B63C-4BE2-ABFF-F21488A05519}" dt="2026-03-12T03:22:18.280" v="127" actId="1076"/>
          <ac:spMkLst>
            <pc:docMk/>
            <pc:sldMk cId="3431953712" sldId="340"/>
            <ac:spMk id="36" creationId="{40F9B7CD-CEAB-77F0-54FC-42DDFEE9CD5E}"/>
          </ac:spMkLst>
        </pc:spChg>
        <pc:spChg chg="add mod">
          <ac:chgData name="challa poojitha" userId="03ba5d11d7299afc" providerId="LiveId" clId="{1303FF76-B63C-4BE2-ABFF-F21488A05519}" dt="2026-03-12T03:23:00.849" v="133" actId="1076"/>
          <ac:spMkLst>
            <pc:docMk/>
            <pc:sldMk cId="3431953712" sldId="340"/>
            <ac:spMk id="37" creationId="{962D2527-3184-16F8-DB86-1E91A0190D94}"/>
          </ac:spMkLst>
        </pc:spChg>
        <pc:spChg chg="add mod">
          <ac:chgData name="challa poojitha" userId="03ba5d11d7299afc" providerId="LiveId" clId="{1303FF76-B63C-4BE2-ABFF-F21488A05519}" dt="2026-03-12T03:24:55.483" v="138" actId="1076"/>
          <ac:spMkLst>
            <pc:docMk/>
            <pc:sldMk cId="3431953712" sldId="340"/>
            <ac:spMk id="38" creationId="{E2A852DB-0252-EAAC-AEDD-184F599C1F9F}"/>
          </ac:spMkLst>
        </pc:spChg>
        <pc:spChg chg="add mod">
          <ac:chgData name="challa poojitha" userId="03ba5d11d7299afc" providerId="LiveId" clId="{1303FF76-B63C-4BE2-ABFF-F21488A05519}" dt="2026-03-12T03:26:15.603" v="143" actId="1076"/>
          <ac:spMkLst>
            <pc:docMk/>
            <pc:sldMk cId="3431953712" sldId="340"/>
            <ac:spMk id="39" creationId="{037CA41E-3BC2-B021-EF5A-EAEE13EE9BD1}"/>
          </ac:spMkLst>
        </pc:spChg>
        <pc:spChg chg="add mod">
          <ac:chgData name="challa poojitha" userId="03ba5d11d7299afc" providerId="LiveId" clId="{1303FF76-B63C-4BE2-ABFF-F21488A05519}" dt="2026-03-12T03:27:45.381" v="149" actId="1076"/>
          <ac:spMkLst>
            <pc:docMk/>
            <pc:sldMk cId="3431953712" sldId="340"/>
            <ac:spMk id="40" creationId="{401EB05C-DCFB-6EE5-97BB-30618B1C1EF9}"/>
          </ac:spMkLst>
        </pc:spChg>
        <pc:picChg chg="del">
          <ac:chgData name="challa poojitha" userId="03ba5d11d7299afc" providerId="LiveId" clId="{1303FF76-B63C-4BE2-ABFF-F21488A05519}" dt="2026-03-12T03:09:45.571" v="31" actId="21"/>
          <ac:picMkLst>
            <pc:docMk/>
            <pc:sldMk cId="3431953712" sldId="340"/>
            <ac:picMk id="8" creationId="{A9415F58-EE49-D381-B18D-A3C69663CF1B}"/>
          </ac:picMkLst>
        </pc:picChg>
        <pc:picChg chg="add mod ord">
          <ac:chgData name="challa poojitha" userId="03ba5d11d7299afc" providerId="LiveId" clId="{1303FF76-B63C-4BE2-ABFF-F21488A05519}" dt="2026-03-12T03:14:43.837" v="86" actId="1076"/>
          <ac:picMkLst>
            <pc:docMk/>
            <pc:sldMk cId="3431953712" sldId="340"/>
            <ac:picMk id="13" creationId="{3D895B69-A340-082A-6884-FF2D93698F06}"/>
          </ac:picMkLst>
        </pc:picChg>
        <pc:picChg chg="del">
          <ac:chgData name="challa poojitha" userId="03ba5d11d7299afc" providerId="LiveId" clId="{1303FF76-B63C-4BE2-ABFF-F21488A05519}" dt="2026-03-12T03:09:51.628" v="32" actId="21"/>
          <ac:picMkLst>
            <pc:docMk/>
            <pc:sldMk cId="3431953712" sldId="340"/>
            <ac:picMk id="14" creationId="{91517437-9917-E677-8D76-463FCA45F546}"/>
          </ac:picMkLst>
        </pc:picChg>
        <pc:picChg chg="add del mod">
          <ac:chgData name="challa poojitha" userId="03ba5d11d7299afc" providerId="LiveId" clId="{1303FF76-B63C-4BE2-ABFF-F21488A05519}" dt="2026-03-12T03:13:55.726" v="80" actId="21"/>
          <ac:picMkLst>
            <pc:docMk/>
            <pc:sldMk cId="3431953712" sldId="340"/>
            <ac:picMk id="18" creationId="{671C1EA1-4F5A-1958-F746-A9D61C9CBBAE}"/>
          </ac:picMkLst>
        </pc:picChg>
        <pc:picChg chg="del">
          <ac:chgData name="challa poojitha" userId="03ba5d11d7299afc" providerId="LiveId" clId="{1303FF76-B63C-4BE2-ABFF-F21488A05519}" dt="2026-03-12T03:09:53.856" v="33" actId="21"/>
          <ac:picMkLst>
            <pc:docMk/>
            <pc:sldMk cId="3431953712" sldId="340"/>
            <ac:picMk id="20" creationId="{49E0F063-0E76-47FF-9997-0103FCC2412C}"/>
          </ac:picMkLst>
        </pc:picChg>
        <pc:picChg chg="add mod">
          <ac:chgData name="challa poojitha" userId="03ba5d11d7299afc" providerId="LiveId" clId="{1303FF76-B63C-4BE2-ABFF-F21488A05519}" dt="2026-03-12T03:14:40.049" v="85" actId="1076"/>
          <ac:picMkLst>
            <pc:docMk/>
            <pc:sldMk cId="3431953712" sldId="340"/>
            <ac:picMk id="22" creationId="{0C9F9F5B-CC28-4CF4-2E65-D808760679E7}"/>
          </ac:picMkLst>
        </pc:picChg>
        <pc:picChg chg="del">
          <ac:chgData name="challa poojitha" userId="03ba5d11d7299afc" providerId="LiveId" clId="{1303FF76-B63C-4BE2-ABFF-F21488A05519}" dt="2026-03-12T03:10:38.316" v="38" actId="21"/>
          <ac:picMkLst>
            <pc:docMk/>
            <pc:sldMk cId="3431953712" sldId="340"/>
            <ac:picMk id="23" creationId="{C4FFBE56-E990-E548-7014-74E820C34D55}"/>
          </ac:picMkLst>
        </pc:picChg>
        <pc:picChg chg="del">
          <ac:chgData name="challa poojitha" userId="03ba5d11d7299afc" providerId="LiveId" clId="{1303FF76-B63C-4BE2-ABFF-F21488A05519}" dt="2026-03-12T03:10:43.313" v="41" actId="21"/>
          <ac:picMkLst>
            <pc:docMk/>
            <pc:sldMk cId="3431953712" sldId="340"/>
            <ac:picMk id="26" creationId="{37AB698B-162F-8909-F444-E68C980E635C}"/>
          </ac:picMkLst>
        </pc:picChg>
        <pc:picChg chg="add mod">
          <ac:chgData name="challa poojitha" userId="03ba5d11d7299afc" providerId="LiveId" clId="{1303FF76-B63C-4BE2-ABFF-F21488A05519}" dt="2026-03-12T03:15:34.075" v="89" actId="1076"/>
          <ac:picMkLst>
            <pc:docMk/>
            <pc:sldMk cId="3431953712" sldId="340"/>
            <ac:picMk id="28" creationId="{209F8AD9-68F0-A729-1706-77A9735EAFBF}"/>
          </ac:picMkLst>
        </pc:picChg>
        <pc:picChg chg="add mod">
          <ac:chgData name="challa poojitha" userId="03ba5d11d7299afc" providerId="LiveId" clId="{1303FF76-B63C-4BE2-ABFF-F21488A05519}" dt="2026-03-12T03:22:54.175" v="132" actId="1076"/>
          <ac:picMkLst>
            <pc:docMk/>
            <pc:sldMk cId="3431953712" sldId="340"/>
            <ac:picMk id="30" creationId="{F76648C1-2DB2-6607-E86F-195766300400}"/>
          </ac:picMkLst>
        </pc:picChg>
        <pc:picChg chg="add mod">
          <ac:chgData name="challa poojitha" userId="03ba5d11d7299afc" providerId="LiveId" clId="{1303FF76-B63C-4BE2-ABFF-F21488A05519}" dt="2026-03-12T03:16:49.201" v="93" actId="1076"/>
          <ac:picMkLst>
            <pc:docMk/>
            <pc:sldMk cId="3431953712" sldId="340"/>
            <ac:picMk id="32" creationId="{6B1275A5-52B9-A0B8-3E6C-A168EDD78F35}"/>
          </ac:picMkLst>
        </pc:picChg>
      </pc:sldChg>
      <pc:sldChg chg="modSp mod">
        <pc:chgData name="challa poojitha" userId="03ba5d11d7299afc" providerId="LiveId" clId="{1303FF76-B63C-4BE2-ABFF-F21488A05519}" dt="2026-03-12T03:04:01.483" v="16" actId="20577"/>
        <pc:sldMkLst>
          <pc:docMk/>
          <pc:sldMk cId="3205484866" sldId="341"/>
        </pc:sldMkLst>
        <pc:spChg chg="mod">
          <ac:chgData name="challa poojitha" userId="03ba5d11d7299afc" providerId="LiveId" clId="{1303FF76-B63C-4BE2-ABFF-F21488A05519}" dt="2026-03-12T03:04:01.483" v="16" actId="20577"/>
          <ac:spMkLst>
            <pc:docMk/>
            <pc:sldMk cId="3205484866" sldId="341"/>
            <ac:spMk id="3" creationId="{B9A54ACB-D9B0-96A3-E2F3-A5D503583FE9}"/>
          </ac:spMkLst>
        </pc:spChg>
      </pc:sldChg>
      <pc:sldChg chg="modSp mod">
        <pc:chgData name="challa poojitha" userId="03ba5d11d7299afc" providerId="LiveId" clId="{1303FF76-B63C-4BE2-ABFF-F21488A05519}" dt="2026-03-12T03:04:28.805" v="23" actId="20577"/>
        <pc:sldMkLst>
          <pc:docMk/>
          <pc:sldMk cId="1263985989" sldId="344"/>
        </pc:sldMkLst>
        <pc:spChg chg="mod">
          <ac:chgData name="challa poojitha" userId="03ba5d11d7299afc" providerId="LiveId" clId="{1303FF76-B63C-4BE2-ABFF-F21488A05519}" dt="2026-03-12T03:04:28.805" v="23" actId="20577"/>
          <ac:spMkLst>
            <pc:docMk/>
            <pc:sldMk cId="1263985989" sldId="344"/>
            <ac:spMk id="2" creationId="{72A3D946-2620-8268-915C-8235521EB9A7}"/>
          </ac:spMkLst>
        </pc:spChg>
      </pc:sldChg>
      <pc:sldChg chg="del">
        <pc:chgData name="challa poojitha" userId="03ba5d11d7299afc" providerId="LiveId" clId="{1303FF76-B63C-4BE2-ABFF-F21488A05519}" dt="2026-03-12T03:04:51.760" v="24" actId="2696"/>
        <pc:sldMkLst>
          <pc:docMk/>
          <pc:sldMk cId="1906946512" sldId="345"/>
        </pc:sldMkLst>
      </pc:sldChg>
      <pc:sldChg chg="ord">
        <pc:chgData name="challa poojitha" userId="03ba5d11d7299afc" providerId="LiveId" clId="{1303FF76-B63C-4BE2-ABFF-F21488A05519}" dt="2026-03-12T03:28:09.554" v="153"/>
        <pc:sldMkLst>
          <pc:docMk/>
          <pc:sldMk cId="2858912175" sldId="3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12-03-2026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12-03-2026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</a:t>
            </a:r>
            <a:r>
              <a:rPr lang="en-US" sz="240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: 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CHALLA POOJITHA</a:t>
            </a:r>
          </a:p>
          <a:p>
            <a:pPr marL="0" indent="0" algn="ctr">
              <a:buNone/>
            </a:pPr>
            <a:r>
              <a:rPr lang="en-US" sz="9600" dirty="0"/>
              <a:t>Student ID: 2520090234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Cluster:1</a:t>
            </a:r>
          </a:p>
          <a:p>
            <a:pPr marL="0" indent="0" algn="ctr">
              <a:buNone/>
            </a:pPr>
            <a:r>
              <a:rPr lang="en-US" sz="11200" dirty="0"/>
              <a:t>Section: 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12-03-2026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RAMAKANTH 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9" y="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DB263-71B1-E889-48B3-7CFDAB50BB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600" y="1240459"/>
            <a:ext cx="11988800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Automated Time-Driven Digital Notice Board System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 modern solution designed to replace traditional physical notice boards in colleges, offices, and apartments.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users to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and publish notices with details such as title, description, posted time, expiry time, and priority level (high, medium, low).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removes or archives expired notices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that only relevant and up-to-date information is displayed.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notices directly on the website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announcements easily accessible.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system is developed using Java by applying concepts such as classes, objects, methods, arrays/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control structures to manage notice data and program operations.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Java handles user input (Scanner), notice storage (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), and logic implementation (loops, conditions, and methods) to add, display, sort, and remove notices based on priority and expiry time.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19788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8C4B9-8944-C8EB-1EF2-5DFA75E21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582340"/>
            <a:ext cx="131826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institutions rely 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physical notice boards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display announcements.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Notices are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printed on paper and manually pinned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the notice 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 and expired notices often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 on the board, creating clutter and confusion.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must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physically visit the notice board to check for updates or new announcements.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and updating notices is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and requires manual effort.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automatic system to organize notices based on priority or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announcements can be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missed easily due to overcrowded or poorly managed notice 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7145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54ACB-D9B0-96A3-E2F3-A5D503583F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536173"/>
            <a:ext cx="12192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system introduces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digital notice 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display announcements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and publish notices with details such as title, description, posted time, expiry time, and priority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removes or archives expired notices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keep the notice board updated.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Notices can be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viewed easily through the website from any location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internet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allows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sorting of notices based on priority and time for better organization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and filter notices to quickly find relevant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digital system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communication efficiency and reduces the use of paper-based notices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618" y="35629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09" y="1041400"/>
            <a:ext cx="12052300" cy="5011739"/>
          </a:xfrm>
        </p:spPr>
        <p:txBody>
          <a:bodyPr>
            <a:normAutofit fontScale="25000" lnSpcReduction="20000"/>
          </a:bodyPr>
          <a:lstStyle/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Presentation Layer (User Interface Layer)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Provides the interface through which users interact with the system.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Displays product information, stock details, and system outputs.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Allows users to perform operations such as adding, updating, searching, and viewing inventory records.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Ensures a simple and user-friendly interaction with the system.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Application Layer (Business Logic Layer)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Processes user requests and manages the core functionality of the system.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Implements inventory management logic such as product updates, stock validation, and data processing.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Handles communication between the user interface and the data storage layer.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Ensures proper execution of inventory operations and system rules.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Data Layer (Database Layer)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Responsible for storing and managing all inventory-related data.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Maintains records such as product details, stock quantities, and inventory updates.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Ensures secure data storage and efficient retrieval of information.</a:t>
            </a:r>
          </a:p>
          <a:p>
            <a:pPr marL="216000">
              <a:lnSpc>
                <a:spcPct val="120000"/>
              </a:lnSpc>
              <a:spcBef>
                <a:spcPts val="600"/>
              </a:spcBef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Supports data integrity and consistency within the system.</a:t>
            </a:r>
            <a:endParaRPr lang="en-US" alt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818" y="2643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0652"/>
            <a:ext cx="12192000" cy="435133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User Interface Module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Provides an interactive interface for users to access the digital notice board.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Allows users to easily navigate, view notices, and interact with system features.</a:t>
            </a:r>
          </a:p>
          <a:p>
            <a:pPr>
              <a:lnSpc>
                <a:spcPct val="120000"/>
              </a:lnSpc>
            </a:pPr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Notice Management Module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Allows users to add, edit, delete, and view notices.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Maintains notice details such as title, description, posted time, expiry time, and priority level.</a:t>
            </a:r>
          </a:p>
          <a:p>
            <a:pPr>
              <a:lnSpc>
                <a:spcPct val="120000"/>
              </a:lnSpc>
            </a:pPr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Channel Management Module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Enables creation and management of different channels for various groups or departments.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Allows users to join channels and view notices specific to that channel.</a:t>
            </a:r>
          </a:p>
          <a:p>
            <a:pPr>
              <a:lnSpc>
                <a:spcPct val="120000"/>
              </a:lnSpc>
            </a:pPr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Notice Monitoring Module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Automatically checks notice expiry time and removes or archives expired notices.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Ensures that only active and relevant notices are displayed on the board.</a:t>
            </a:r>
          </a:p>
          <a:p>
            <a:pPr>
              <a:lnSpc>
                <a:spcPct val="120000"/>
              </a:lnSpc>
            </a:pPr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Data Management Module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Stores and manages notice-related information within the system.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Ensures accurate storage, retrieval, and consistency of notice data.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175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A3D946-2620-8268-915C-8235521EB9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1209" y="1536174"/>
            <a:ext cx="12192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design and develop an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Time-Driven Digital Notice Board System using java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replace traditional paper-based notice boards with a digital and automated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allow users to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and manage notices with details such as title, description, priority, and expiry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automatically remove or archive expired notices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keep information updated.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enable users to easily view announcements through the website anytime.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improve communication efficiency and ensure quick access to important information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305" y="0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248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5600" b="1" dirty="0"/>
              <a:t>CO1</a:t>
            </a:r>
            <a:endParaRPr lang="en-US" sz="5600" dirty="0"/>
          </a:p>
          <a:p>
            <a:r>
              <a:rPr lang="en-US" sz="5600" dirty="0"/>
              <a:t>Analyze problem statements using asymptotic notation (Big-O, Ω, Θ).</a:t>
            </a:r>
          </a:p>
          <a:p>
            <a:r>
              <a:rPr lang="en-US" sz="5600" dirty="0"/>
              <a:t>Compare algorithm efficiency based on time and space complexity.</a:t>
            </a:r>
          </a:p>
          <a:p>
            <a:r>
              <a:rPr lang="en-US" sz="5600" dirty="0"/>
              <a:t>Implement and evaluate searching and sorting algorithms in Java.</a:t>
            </a:r>
          </a:p>
          <a:p>
            <a:r>
              <a:rPr lang="en-US" sz="5600" b="1" dirty="0"/>
              <a:t>CO2</a:t>
            </a:r>
          </a:p>
          <a:p>
            <a:r>
              <a:rPr lang="en-US" sz="5600" dirty="0"/>
              <a:t>Design and implement Abstract Data Types (ADTs) using arrays and linked lists.</a:t>
            </a:r>
          </a:p>
          <a:p>
            <a:r>
              <a:rPr lang="en-US" sz="5600" dirty="0"/>
              <a:t>Perform operations such as insertion, deletion, searching, and traversal.</a:t>
            </a:r>
          </a:p>
          <a:p>
            <a:r>
              <a:rPr lang="en-US" sz="5600" dirty="0"/>
              <a:t>Evaluate advantages and limitations of different data structures.</a:t>
            </a:r>
          </a:p>
          <a:p>
            <a:r>
              <a:rPr lang="en-US" sz="5600" b="1" dirty="0"/>
              <a:t>CO3</a:t>
            </a:r>
          </a:p>
          <a:p>
            <a:r>
              <a:rPr lang="en-US" sz="5600" dirty="0"/>
              <a:t>Apply stacks and queues to solve real-world workflow problems.</a:t>
            </a:r>
          </a:p>
          <a:p>
            <a:r>
              <a:rPr lang="en-US" sz="5600" dirty="0"/>
              <a:t>Implement circular queues, deques, heaps, and priority queues.</a:t>
            </a:r>
          </a:p>
          <a:p>
            <a:r>
              <a:rPr lang="en-US" sz="5600" dirty="0"/>
              <a:t>Analyze performance compared to other linear data structures.</a:t>
            </a:r>
          </a:p>
          <a:p>
            <a:r>
              <a:rPr lang="en-US" sz="5600" b="1" dirty="0"/>
              <a:t>CO4</a:t>
            </a:r>
          </a:p>
          <a:p>
            <a:r>
              <a:rPr lang="en-US" sz="5600" dirty="0"/>
              <a:t>Design hash-based data structures using hashing techniques.</a:t>
            </a:r>
          </a:p>
          <a:p>
            <a:r>
              <a:rPr lang="en-US" sz="5600" dirty="0"/>
              <a:t>Implement hash tables with chaining and open addressing.</a:t>
            </a:r>
          </a:p>
          <a:p>
            <a:r>
              <a:rPr lang="en-US" sz="5600" dirty="0"/>
              <a:t>Utilize Java Collections (List, Queue, Deque, Map) for efficient solutions.</a:t>
            </a:r>
          </a:p>
          <a:p>
            <a:r>
              <a:rPr lang="en-US" sz="5600" b="1" dirty="0"/>
              <a:t>CO5</a:t>
            </a:r>
          </a:p>
          <a:p>
            <a:r>
              <a:rPr lang="en-US" sz="5600" dirty="0"/>
              <a:t>Develop practical applications using linear data structures.</a:t>
            </a:r>
          </a:p>
          <a:p>
            <a:r>
              <a:rPr lang="en-US" sz="5600" dirty="0"/>
              <a:t>Implement data structures to solve real-world computational problems.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1332" y="-297657"/>
            <a:ext cx="10515600" cy="1325563"/>
          </a:xfrm>
        </p:spPr>
        <p:txBody>
          <a:bodyPr/>
          <a:lstStyle/>
          <a:p>
            <a:r>
              <a:rPr lang="en-US" dirty="0"/>
              <a:t>Screenshots for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172566D-9C9A-2D1B-D23B-02672AA91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9727" y="1791847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612B3A-2746-9037-B7F8-2EFEA08C5D68}"/>
              </a:ext>
            </a:extLst>
          </p:cNvPr>
          <p:cNvSpPr txBox="1"/>
          <p:nvPr/>
        </p:nvSpPr>
        <p:spPr>
          <a:xfrm>
            <a:off x="8709102" y="3026526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D895B69-A340-082A-6884-FF2D93698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200" y="945980"/>
            <a:ext cx="4385528" cy="8458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9F9F5B-CC28-4CF4-2E65-D80876067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269" y="1002926"/>
            <a:ext cx="4969725" cy="4069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9F8AD9-68F0-A729-1706-77A9735EA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37" y="3211192"/>
            <a:ext cx="2247502" cy="311653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76648C1-2DB2-6607-E86F-195766300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056" y="3211192"/>
            <a:ext cx="3035107" cy="48584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B1275A5-52B9-A0B8-3E6C-A168EDD78F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0" y="3211192"/>
            <a:ext cx="3362794" cy="207674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0F9B7CD-CEAB-77F0-54FC-42DDFEE9CD5E}"/>
              </a:ext>
            </a:extLst>
          </p:cNvPr>
          <p:cNvSpPr txBox="1"/>
          <p:nvPr/>
        </p:nvSpPr>
        <p:spPr>
          <a:xfrm>
            <a:off x="8590095" y="5287932"/>
            <a:ext cx="338329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CO5 – Develop Practical Applications using Data Structures</a:t>
            </a:r>
          </a:p>
          <a:p>
            <a:r>
              <a:rPr lang="en-US" sz="1400" dirty="0"/>
              <a:t>Class and Object design</a:t>
            </a:r>
          </a:p>
          <a:p>
            <a:r>
              <a:rPr lang="en-US" sz="1400" dirty="0"/>
              <a:t>Real-world application development</a:t>
            </a:r>
          </a:p>
          <a:p>
            <a:r>
              <a:rPr lang="en-US" sz="1400" dirty="0"/>
              <a:t>Data structure usage</a:t>
            </a:r>
          </a:p>
          <a:p>
            <a:r>
              <a:rPr lang="en-US" sz="1400" dirty="0"/>
              <a:t>Notice data management</a:t>
            </a:r>
          </a:p>
          <a:p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2D2527-3184-16F8-DB86-1E91A0190D94}"/>
              </a:ext>
            </a:extLst>
          </p:cNvPr>
          <p:cNvSpPr txBox="1"/>
          <p:nvPr/>
        </p:nvSpPr>
        <p:spPr>
          <a:xfrm>
            <a:off x="5657193" y="3883217"/>
            <a:ext cx="286518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CO4 – Utilize Java Collections for Efficient Solutions</a:t>
            </a:r>
          </a:p>
          <a:p>
            <a:r>
              <a:rPr lang="en-IN" sz="1400" dirty="0"/>
              <a:t>Java Collections Framework</a:t>
            </a:r>
          </a:p>
          <a:p>
            <a:r>
              <a:rPr lang="en-IN" sz="1400" dirty="0" err="1"/>
              <a:t>ArrayList</a:t>
            </a:r>
            <a:endParaRPr lang="en-IN" sz="1400" dirty="0"/>
          </a:p>
          <a:p>
            <a:r>
              <a:rPr lang="en-IN" sz="1400" dirty="0"/>
              <a:t>Collections utility methods</a:t>
            </a:r>
          </a:p>
          <a:p>
            <a:r>
              <a:rPr lang="en-IN" sz="1400" dirty="0"/>
              <a:t>Efficient data handling</a:t>
            </a:r>
          </a:p>
          <a:p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A852DB-0252-EAAC-AEDD-184F599C1F9F}"/>
              </a:ext>
            </a:extLst>
          </p:cNvPr>
          <p:cNvSpPr txBox="1"/>
          <p:nvPr/>
        </p:nvSpPr>
        <p:spPr>
          <a:xfrm>
            <a:off x="2697919" y="3249318"/>
            <a:ext cx="266309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CO3 – Perform Operations such as Insertion, Deletion, Searching, and Traversal</a:t>
            </a:r>
          </a:p>
          <a:p>
            <a:r>
              <a:rPr lang="en-US" sz="1400" dirty="0"/>
              <a:t>Insertion operation</a:t>
            </a:r>
          </a:p>
          <a:p>
            <a:r>
              <a:rPr lang="en-US" sz="1400" dirty="0"/>
              <a:t>Deletion operation</a:t>
            </a:r>
          </a:p>
          <a:p>
            <a:r>
              <a:rPr lang="en-US" sz="1400" dirty="0"/>
              <a:t>Traversal using loop</a:t>
            </a:r>
          </a:p>
          <a:p>
            <a:r>
              <a:rPr lang="en-US" sz="1400" dirty="0"/>
              <a:t>Searching using user input</a:t>
            </a:r>
          </a:p>
          <a:p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7CA41E-3BC2-B021-EF5A-EAEE13EE9BD1}"/>
              </a:ext>
            </a:extLst>
          </p:cNvPr>
          <p:cNvSpPr txBox="1"/>
          <p:nvPr/>
        </p:nvSpPr>
        <p:spPr>
          <a:xfrm>
            <a:off x="6957459" y="1579976"/>
            <a:ext cx="430085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CO2 – Design and Implement Abstract Data Types (ADTs)</a:t>
            </a:r>
          </a:p>
          <a:p>
            <a:r>
              <a:rPr lang="en-IN" sz="1400" dirty="0" err="1"/>
              <a:t>ArrayList</a:t>
            </a:r>
            <a:r>
              <a:rPr lang="en-IN" sz="1400" dirty="0"/>
              <a:t> (Dynamic Array)</a:t>
            </a:r>
          </a:p>
          <a:p>
            <a:r>
              <a:rPr lang="en-IN" sz="1400" dirty="0"/>
              <a:t>Abstract Data Type implementation</a:t>
            </a:r>
          </a:p>
          <a:p>
            <a:r>
              <a:rPr lang="en-IN" sz="1400" dirty="0"/>
              <a:t>Dynamic data storage</a:t>
            </a:r>
          </a:p>
          <a:p>
            <a:r>
              <a:rPr lang="en-IN" sz="1400" dirty="0"/>
              <a:t>Data structure management</a:t>
            </a:r>
          </a:p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1EB05C-DCFB-6EE5-97BB-30618B1C1EF9}"/>
              </a:ext>
            </a:extLst>
          </p:cNvPr>
          <p:cNvSpPr txBox="1"/>
          <p:nvPr/>
        </p:nvSpPr>
        <p:spPr>
          <a:xfrm>
            <a:off x="500876" y="1923195"/>
            <a:ext cx="59640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CO1 – Implement and Evaluate Searching and Sorting Algorithms</a:t>
            </a:r>
          </a:p>
          <a:p>
            <a:r>
              <a:rPr lang="en-US" sz="1400" dirty="0"/>
              <a:t>Sorting algorithm using </a:t>
            </a:r>
            <a:r>
              <a:rPr lang="en-US" sz="1400" dirty="0" err="1"/>
              <a:t>Collections.sort</a:t>
            </a:r>
            <a:r>
              <a:rPr lang="en-US" sz="1400" dirty="0"/>
              <a:t>()</a:t>
            </a:r>
          </a:p>
          <a:p>
            <a:r>
              <a:rPr lang="en-US" sz="1400" dirty="0"/>
              <a:t>Algorithm efficiency</a:t>
            </a:r>
          </a:p>
          <a:p>
            <a:r>
              <a:rPr lang="en-US" sz="1400" dirty="0"/>
              <a:t>Comparison of elements</a:t>
            </a:r>
          </a:p>
          <a:p>
            <a:r>
              <a:rPr lang="en-US" sz="1400" dirty="0"/>
              <a:t>Priority-based ordering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365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36764"/>
            <a:ext cx="12192000" cy="465763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Automated Time-Driven Digital Notice Board System provides an efficient solution for managing and displaying notices digitally.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system automates posting and removal of notices, reducing manual effort and keeping information updated.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allows users to easily create, view, and manage notices with important details.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user-friendly interface ensures quick access to announcements through the website.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system improves communication and ensures only active notices are displayed.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Future improvements may include user login, real-time notifications, and database integration.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423B8B-8072-3E6E-7F8D-8058CF6CF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754" y="1544850"/>
            <a:ext cx="6699200" cy="37683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4527</TotalTime>
  <Words>1408</Words>
  <Application>Microsoft Office PowerPoint</Application>
  <PresentationFormat>Widescreen</PresentationFormat>
  <Paragraphs>211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 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DSA</vt:lpstr>
      <vt:lpstr>Screenshots for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challa poojitha</cp:lastModifiedBy>
  <cp:revision>53</cp:revision>
  <dcterms:created xsi:type="dcterms:W3CDTF">2022-05-20T10:20:31Z</dcterms:created>
  <dcterms:modified xsi:type="dcterms:W3CDTF">2026-03-12T03:28:16Z</dcterms:modified>
</cp:coreProperties>
</file>